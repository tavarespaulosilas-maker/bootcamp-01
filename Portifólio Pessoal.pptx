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5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c6f80d1f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c6f80d1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c6f80d1ff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c6f80d1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8534b134c_1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48534b134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c6f80d1ff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c6f80d1f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" name="Google Shape;84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5" name="Google Shape;85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89" name="Google Shape;89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3" name="Google Shape;93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" name="Google Shape;99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1" name="Google Shape;101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1" name="Google Shape;111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" name="Google Shape;114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5" name="Google Shape;115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paulotavaresw63gmail.com" TargetMode="External"/><Relationship Id="rId4" Type="http://schemas.openxmlformats.org/officeDocument/2006/relationships/hyperlink" Target="mailto:tavarespaulosila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>
            <p:ph type="ctrTitle"/>
          </p:nvPr>
        </p:nvSpPr>
        <p:spPr>
          <a:xfrm>
            <a:off x="1787928" y="1563308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300">
                <a:latin typeface="Georgia"/>
                <a:ea typeface="Georgia"/>
                <a:cs typeface="Georgia"/>
                <a:sym typeface="Georgia"/>
              </a:rPr>
              <a:t>Paulo Silas Tavares</a:t>
            </a:r>
            <a:endParaRPr b="1" sz="43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Sobre mim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14"/>
          <p:cNvSpPr txBox="1"/>
          <p:nvPr>
            <p:ph idx="1" type="body"/>
          </p:nvPr>
        </p:nvSpPr>
        <p:spPr>
          <a:xfrm>
            <a:off x="740500" y="16446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lang="pt-BR" sz="1400">
                <a:latin typeface="Arial"/>
                <a:ea typeface="Arial"/>
                <a:cs typeface="Arial"/>
                <a:sym typeface="Arial"/>
              </a:rPr>
              <a:t>Sou uma pessoa alegre, simpático e cheia de vontade de aprender mais, conhecer como as coisas funcionam, principalmente na 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área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 da tecnologia.  Me considero uma pessoa criativa, responsável, companheiro e comunicativo.Tenho certa facilidade em 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entender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 a Lógicas das coisas. Tenho um pensamento acelerado e bem produtivo. Essas são as minhas principais qualificações como profissional e como pessoa.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400">
                <a:latin typeface="Arial"/>
                <a:ea typeface="Arial"/>
                <a:cs typeface="Arial"/>
                <a:sym typeface="Arial"/>
              </a:rPr>
              <a:t>Cresci em Padre Bernardo-Goiás, e estou com uma grande expectativa para essa nova jornada em 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Brasília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 no curso de 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Ciência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 da Computação!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15"/>
          <p:cNvCxnSpPr/>
          <p:nvPr/>
        </p:nvCxnSpPr>
        <p:spPr>
          <a:xfrm>
            <a:off x="-6875" y="2900700"/>
            <a:ext cx="915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15"/>
          <p:cNvSpPr txBox="1"/>
          <p:nvPr>
            <p:ph type="title"/>
          </p:nvPr>
        </p:nvSpPr>
        <p:spPr>
          <a:xfrm>
            <a:off x="271400" y="618475"/>
            <a:ext cx="7505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Georgia"/>
                <a:ea typeface="Georgia"/>
                <a:cs typeface="Georgia"/>
                <a:sym typeface="Georgia"/>
              </a:rPr>
              <a:t>Habilidades e competências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421175" y="2154925"/>
            <a:ext cx="1482000" cy="141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421225" y="2571750"/>
            <a:ext cx="14820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Criatividade</a:t>
            </a:r>
            <a:endParaRPr sz="1900"/>
          </a:p>
        </p:txBody>
      </p:sp>
      <p:sp>
        <p:nvSpPr>
          <p:cNvPr id="142" name="Google Shape;142;p15"/>
          <p:cNvSpPr/>
          <p:nvPr/>
        </p:nvSpPr>
        <p:spPr>
          <a:xfrm>
            <a:off x="2446025" y="1701400"/>
            <a:ext cx="2592600" cy="2449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5337950" y="2026350"/>
            <a:ext cx="1692600" cy="1723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Organização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7322010" y="2075509"/>
            <a:ext cx="1541400" cy="1410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7407425" y="2334150"/>
            <a:ext cx="13863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Produtividade</a:t>
            </a:r>
            <a:endParaRPr sz="1500"/>
          </a:p>
        </p:txBody>
      </p:sp>
      <p:sp>
        <p:nvSpPr>
          <p:cNvPr id="146" name="Google Shape;146;p15"/>
          <p:cNvSpPr txBox="1"/>
          <p:nvPr/>
        </p:nvSpPr>
        <p:spPr>
          <a:xfrm>
            <a:off x="1355075" y="729937"/>
            <a:ext cx="8046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7414450" y="4150900"/>
            <a:ext cx="175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2830075" y="2383077"/>
            <a:ext cx="1951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Calibri"/>
                <a:ea typeface="Calibri"/>
                <a:cs typeface="Calibri"/>
                <a:sym typeface="Calibri"/>
              </a:rPr>
              <a:t>Raciocínio</a:t>
            </a:r>
            <a:r>
              <a:rPr lang="pt-BR" sz="2500">
                <a:latin typeface="Calibri"/>
                <a:ea typeface="Calibri"/>
                <a:cs typeface="Calibri"/>
                <a:sym typeface="Calibri"/>
              </a:rPr>
              <a:t> Lógico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819150" y="770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Georgia"/>
                <a:ea typeface="Georgia"/>
                <a:cs typeface="Georgia"/>
                <a:sym typeface="Georgia"/>
              </a:rPr>
              <a:t>Programa de Ló</a:t>
            </a:r>
            <a:r>
              <a:rPr b="1" lang="pt-BR">
                <a:latin typeface="Georgia"/>
                <a:ea typeface="Georgia"/>
                <a:cs typeface="Georgia"/>
                <a:sym typeface="Georgia"/>
              </a:rPr>
              <a:t>gica</a:t>
            </a:r>
            <a:r>
              <a:rPr b="1" lang="pt-BR">
                <a:latin typeface="Georgia"/>
                <a:ea typeface="Georgia"/>
                <a:cs typeface="Georgia"/>
                <a:sym typeface="Georgia"/>
              </a:rPr>
              <a:t>: Linguagem C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400">
                <a:latin typeface="Arial"/>
                <a:ea typeface="Arial"/>
                <a:cs typeface="Arial"/>
                <a:sym typeface="Arial"/>
              </a:rPr>
              <a:t>Atualmente, eu tenho aprendido muitas coisas novas de 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Lógica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Programação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 na L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inguagem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 C. Antes de iniciar o 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curso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 eu 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já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 tinha um contato com Desenvolvimento Front-end tendo feito um curso Básico deste tipo de 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Linguagem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 de Alto Nível, 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principalmente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Javascript</a:t>
            </a:r>
            <a:r>
              <a:rPr lang="pt-BR" sz="1400">
                <a:latin typeface="Arial"/>
                <a:ea typeface="Arial"/>
                <a:cs typeface="Arial"/>
                <a:sym typeface="Arial"/>
              </a:rPr>
              <a:t> 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vre php fotos | Piqsels"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4400" y="1990725"/>
            <a:ext cx="3160876" cy="217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Impact"/>
                <a:ea typeface="Impact"/>
                <a:cs typeface="Impact"/>
                <a:sym typeface="Impact"/>
              </a:rPr>
              <a:t>Contato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771950" y="1675550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/>
              <a:t>E-mail Pessoal: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u="sng">
                <a:solidFill>
                  <a:schemeClr val="hlink"/>
                </a:solidFill>
                <a:hlinkClick r:id="rId3"/>
              </a:rPr>
              <a:t>paulotavaresw63gmail.com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/>
              <a:t>E-mail Profissional: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u="sng">
                <a:solidFill>
                  <a:schemeClr val="hlink"/>
                </a:solidFill>
                <a:hlinkClick r:id="rId4"/>
              </a:rPr>
              <a:t>tavarespaulosilas@gmail.com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/>
              <a:t>Telefone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(61) 9 96674491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2" name="Google Shape;162;p17"/>
          <p:cNvSpPr txBox="1"/>
          <p:nvPr/>
        </p:nvSpPr>
        <p:spPr>
          <a:xfrm>
            <a:off x="7023425" y="2707100"/>
            <a:ext cx="2150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4515600" y="1730600"/>
            <a:ext cx="371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5970675" y="3158300"/>
            <a:ext cx="320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